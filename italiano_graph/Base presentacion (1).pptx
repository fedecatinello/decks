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embeddedFontLst>
    <p:embeddedFont>
      <p:font typeface="Play"/>
      <p:regular r:id="rId7"/>
      <p:bold r:id="rId8"/>
    </p:embeddedFont>
    <p:embeddedFont>
      <p:font typeface="Fira Sans SemiBold"/>
      <p:regular r:id="rId9"/>
      <p:bold r:id="rId10"/>
      <p:italic r:id="rId11"/>
      <p:boldItalic r:id="rId12"/>
    </p:embeddedFont>
    <p:embeddedFont>
      <p:font typeface="Fira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FiraSansSemiBold-italic.fntdata"/><Relationship Id="rId10" Type="http://schemas.openxmlformats.org/officeDocument/2006/relationships/font" Target="fonts/FiraSansSemiBold-bold.fntdata"/><Relationship Id="rId13" Type="http://schemas.openxmlformats.org/officeDocument/2006/relationships/font" Target="fonts/FiraSans-regular.fntdata"/><Relationship Id="rId12" Type="http://schemas.openxmlformats.org/officeDocument/2006/relationships/font" Target="fonts/FiraSansSemiBold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FiraSansSemiBold-regular.fntdata"/><Relationship Id="rId15" Type="http://schemas.openxmlformats.org/officeDocument/2006/relationships/font" Target="fonts/FiraSans-italic.fntdata"/><Relationship Id="rId14" Type="http://schemas.openxmlformats.org/officeDocument/2006/relationships/font" Target="fonts/FiraSans-bold.fntdata"/><Relationship Id="rId16" Type="http://schemas.openxmlformats.org/officeDocument/2006/relationships/font" Target="fonts/Fira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2914877"/>
            <a:ext cx="9144000" cy="8926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b="1" lang="en-US" sz="44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TÍTULO</a:t>
            </a:r>
            <a:r>
              <a:rPr b="1" lang="en-US" sz="44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PRESENTACIÓN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812495"/>
            <a:ext cx="9144000" cy="893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sz="2800">
                <a:solidFill>
                  <a:schemeClr val="lt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BAJADA / </a:t>
            </a:r>
            <a:r>
              <a:rPr lang="en-US" sz="2800">
                <a:solidFill>
                  <a:schemeClr val="lt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SUBTÍTULO</a:t>
            </a:r>
            <a:endParaRPr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478971" y="309563"/>
            <a:ext cx="9144000" cy="8926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n-US" sz="4000">
                <a:solidFill>
                  <a:schemeClr val="lt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TÍTULO</a:t>
            </a:r>
            <a:r>
              <a:rPr i="0" lang="en-US" sz="4000" u="none" cap="none" strike="noStrike">
                <a:solidFill>
                  <a:schemeClr val="lt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 PRESENTACIÓN</a:t>
            </a:r>
            <a:endParaRPr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517925" y="1875225"/>
            <a:ext cx="10947900" cy="43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